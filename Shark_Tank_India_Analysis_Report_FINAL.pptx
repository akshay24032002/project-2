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Shark Tank India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Insights, Business Impact &amp; Key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Analysis of Shark Tank India data.</a:t>
            </a:r>
          </a:p>
          <a:p>
            <a:pPr>
              <a:defRPr sz="1800"/>
            </a:pPr>
            <a:r>
              <a:t>Covers business pitches, investments, and industry trends.</a:t>
            </a:r>
          </a:p>
          <a:p>
            <a:pPr>
              <a:defRPr sz="1800"/>
            </a:pPr>
            <a:r>
              <a:t>Reveals investor behavior and market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Removed nulls and duplicates.</a:t>
            </a:r>
          </a:p>
          <a:p>
            <a:pPr>
              <a:defRPr sz="1800"/>
            </a:pPr>
            <a:r>
              <a:t>Standardized categorical fields (Industries, Investors).</a:t>
            </a:r>
          </a:p>
          <a:p>
            <a:pPr>
              <a:defRPr sz="1800"/>
            </a:pPr>
            <a:r>
              <a:t>Converted funding values to numeric.</a:t>
            </a:r>
          </a:p>
          <a:p>
            <a:pPr>
              <a:defRPr sz="1800"/>
            </a:pPr>
            <a:r>
              <a:t>Split multiple entries for investors and founders.</a:t>
            </a:r>
          </a:p>
          <a:p>
            <a:pPr>
              <a:defRPr sz="1800"/>
            </a:pPr>
            <a:r>
              <a:t>Created calculated columns like Equity %, Deal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Pitches: 117</a:t>
            </a:r>
          </a:p>
          <a:p>
            <a:pPr>
              <a:defRPr sz="1800"/>
            </a:pPr>
            <a:r>
              <a:t>Deals Finalized: 65</a:t>
            </a:r>
          </a:p>
          <a:p>
            <a:pPr>
              <a:defRPr sz="1800"/>
            </a:pPr>
            <a:r>
              <a:t>Total Investment: ₹42.15 Cr</a:t>
            </a:r>
          </a:p>
          <a:p>
            <a:pPr>
              <a:defRPr sz="1800"/>
            </a:pPr>
            <a:r>
              <a:t>Average Deal Size: ₹64.85 Lakhs</a:t>
            </a:r>
          </a:p>
          <a:p>
            <a:pPr>
              <a:defRPr sz="1800"/>
            </a:pPr>
            <a:r>
              <a:t>Most Active Shark: Anupam Mittal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Industry-Wise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Top 3 Funded Sectors:</a:t>
            </a:r>
          </a:p>
          <a:p>
            <a:pPr>
              <a:defRPr sz="1800"/>
            </a:pPr>
            <a:r>
              <a:t>1. Food &amp; Beverage</a:t>
            </a:r>
          </a:p>
          <a:p>
            <a:pPr>
              <a:defRPr sz="1800"/>
            </a:pPr>
            <a:r>
              <a:t>2. Health &amp; Wellness</a:t>
            </a:r>
          </a:p>
          <a:p>
            <a:pPr>
              <a:defRPr sz="1800"/>
            </a:pPr>
            <a:r>
              <a:t>3. Tech &amp; Consumer Electronics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Types and Equity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78% of deals involved equity + debt.</a:t>
            </a:r>
          </a:p>
          <a:p>
            <a:pPr>
              <a:defRPr sz="1800"/>
            </a:pPr>
            <a:r>
              <a:t>Average equity taken: 8–12%</a:t>
            </a:r>
          </a:p>
          <a:p>
            <a:pPr>
              <a:defRPr sz="1800"/>
            </a:pPr>
            <a:r>
              <a:t>Equity range: 1% to 40%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Anupam Mittal: Broad sector focus.</a:t>
            </a:r>
          </a:p>
          <a:p>
            <a:pPr>
              <a:defRPr sz="1800"/>
            </a:pPr>
            <a:r>
              <a:t>Aman Gupta: D2C and brand-heavy startups.</a:t>
            </a:r>
          </a:p>
          <a:p>
            <a:pPr>
              <a:defRPr sz="1800"/>
            </a:pPr>
            <a:r>
              <a:t>Peyush Bansal: Tech &amp; innovative products.</a:t>
            </a:r>
          </a:p>
          <a:p>
            <a:pPr>
              <a:defRPr sz="1800"/>
            </a:pPr>
            <a:r>
              <a:t>Namita Thapar: Healthcare &amp; pharma.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Encouraged Indian startup culture.</a:t>
            </a:r>
          </a:p>
          <a:p>
            <a:pPr>
              <a:defRPr sz="1800"/>
            </a:pPr>
            <a:r>
              <a:t>Promoted regional entrepreneurship.</a:t>
            </a:r>
          </a:p>
          <a:p>
            <a:pPr>
              <a:defRPr sz="1800"/>
            </a:pPr>
            <a:r>
              <a:t>Increased visibility and investor interest.</a:t>
            </a:r>
          </a:p>
          <a:p>
            <a:pPr>
              <a:defRPr sz="1800"/>
            </a:pPr>
            <a:r>
              <a:t>Supported early-stage startup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Shark Tank India influences India’s startup ecosystem.</a:t>
            </a:r>
          </a:p>
          <a:p>
            <a:pPr>
              <a:defRPr sz="1800"/>
            </a:pPr>
            <a:r>
              <a:t>Provides valuable insights into trends, funding, and strategy.</a:t>
            </a:r>
          </a:p>
          <a:p>
            <a:pPr>
              <a:defRPr sz="1800"/>
            </a:pPr>
            <a:r>
              <a:t>Effective platform for investor-founder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